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E9A23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estate rental &amp; ownership platform for East Africa — launching in Uganda.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three ways to get a home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monthly or yearly rentals with digital agreements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 outright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verified sale listings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 in installments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transparent ownership engine with deposit + schedule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listing verification (land titles, ownership docs)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Mobile Money — MTN MoMo &amp; Airtel Money — plus cards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stage by stage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5895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Title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Monorepo foundation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 schema (Prisma + PostGIS)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 module (JWT + RBAC)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Properties &amp; Listings (CRUD + search)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frontend MVP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Payments (Flutterwave + ledger)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Installment engine + web charts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7+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Verification, chat, mobile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Choice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frontend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React + TypeScript + Vite + Tailwind + TanStack Query + Zustand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NestJS (TypeScript) + Prisma — modular monolith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PostgreSQL + PostGIS, Redis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Payments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Flutterwave (MTN MoMo, Airtel Money, cards)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Media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Cloudinary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Notifications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Firebase Cloud Messaging + Africa's Talking SMS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it locally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stage is a git checkpoint. Spin up the infrastructure and the API: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install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db:migrate &amp;&amp; pnpm db:seed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dev:api    # http://localhost:3100/api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2026-06-24T16:31:19Z</dcterms:created>
  <dcterms:modified xsi:type="dcterms:W3CDTF">2026-06-24T16:31:19Z</dcterms:modified>
</cp:coreProperties>
</file>