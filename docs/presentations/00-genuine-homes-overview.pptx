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645920"/>
            <a:ext cx="5943600" cy="59436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4206240"/>
            <a:ext cx="3840480" cy="3840480"/>
          </a:xfrm>
          <a:prstGeom prst="ellipse">
            <a:avLst/>
          </a:prstGeom>
          <a:solidFill>
            <a:srgbClr val="E9A23B">
              <a:alpha val="1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OVERVIEW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8EE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estate rental &amp; ownership platform for East Africa — launching in Uganda.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5989320"/>
            <a:ext cx="2926080" cy="0"/>
          </a:xfrm>
          <a:prstGeom prst="line">
            <a:avLst/>
          </a:prstGeom>
          <a:noFill/>
          <a:ln w="25400">
            <a:solidFill>
              <a:srgbClr val="E9A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080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3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 · East Africa real estate · rent · buy · installments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53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platform, three ways to get a home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Rent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monthly or yearly rentals with digital agreements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Buy outright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verified sale listings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Buy in installments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a transparent ownership engine with deposit + schedule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listing verification (land titles, ownership docs)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Mobile Money — MTN MoMo &amp; Airtel Money — plus cards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53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stage by stage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589520"/>
                <a:gridCol w="2286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Title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Monorepo foundation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Database schema (Prisma + PostGIS)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 module (JWT + RBAC)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Properties &amp; Listings (CRUD + search)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 frontend MVP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Payments (Flutterwave + ledger)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Next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Installment engine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Planned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7+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Verification, chat, mobile app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Planned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53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stack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Layer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Choice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 frontend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React + TypeScript + Vite + Tailwind + TanStack Query + Zustand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NestJS (TypeScript) + Prisma — modular monolith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Database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PostgreSQL + PostGIS, Redis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Payments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Flutterwave (MTN MoMo, Airtel Money, cards)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Media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Cloudinary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Notifications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Firebase Cloud Messaging + Africa's Talking SMS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53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STARTED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it locally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stage is a git checkpoint. Spin up the infrastructure and the API: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4415" cy="3108960"/>
          </a:xfrm>
          <a:prstGeom prst="roundRect">
            <a:avLst>
              <a:gd name="adj" fmla="val 1176"/>
            </a:avLst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697480"/>
            <a:ext cx="1054577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install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db:up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db:migrate &amp;&amp; pnpm db:seed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dev:api    # http://localhost:3100/api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Genuine Homes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Genuine Homes</dc:creator>
  <cp:lastModifiedBy>Genuine Homes</cp:lastModifiedBy>
  <cp:revision>1</cp:revision>
  <dcterms:created xsi:type="dcterms:W3CDTF">2026-06-24T13:03:03Z</dcterms:created>
  <dcterms:modified xsi:type="dcterms:W3CDTF">2026-06-24T13:03:03Z</dcterms:modified>
</cp:coreProperties>
</file>