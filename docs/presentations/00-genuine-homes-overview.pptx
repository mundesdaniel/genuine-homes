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3" name="Shape 1"/>
          <p:cNvSpPr/>
          <p:nvPr/>
        </p:nvSpPr>
        <p:spPr>
          <a:xfrm>
            <a:off x="8595360" y="-1645920"/>
            <a:ext cx="5943600" cy="594360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4206240"/>
            <a:ext cx="3840480" cy="3840480"/>
          </a:xfrm>
          <a:prstGeom prst="ellipse">
            <a:avLst/>
          </a:prstGeom>
          <a:solidFill>
            <a:srgbClr val="E9A23B">
              <a:alpha val="1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745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0789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397764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E8EEE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real estate rental &amp; ownership platform for East Africa — launching in Uganda.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5989320"/>
            <a:ext cx="2926080" cy="0"/>
          </a:xfrm>
          <a:prstGeom prst="line">
            <a:avLst/>
          </a:prstGeom>
          <a:noFill/>
          <a:ln w="254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08076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D3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 · East Africa real estate · rent · buy · installments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IT 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 platform, three ways to get a home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1554480"/>
            <a:ext cx="11094415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Rent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monthly or yearly rentals with digital agreements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outright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verified sale listings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Buy in installments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a transparent ownership engine with deposit + schedule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Trust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listing verification (land titles, ownership docs)</a:t>
            </a:r>
            <a:endParaRPr lang="en-US" sz="1600" dirty="0"/>
          </a:p>
          <a:p>
            <a:pPr marL="254000" indent="-254000">
              <a:lnSpc>
                <a:spcPct val="125000"/>
              </a:lnSpc>
              <a:spcAft>
                <a:spcPts val="1000"/>
              </a:spcAft>
              <a:buSzPct val="100000"/>
              <a:buChar char="▪"/>
            </a:pPr>
            <a:r>
              <a:rPr lang="en-US" sz="1600" b="1" dirty="0">
                <a:solidFill>
                  <a:srgbClr val="1453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Payments</a:t>
            </a:r>
            <a:pPr indent="0" marL="0">
              <a:lnSpc>
                <a:spcPct val="125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—  Mobile Money — MTN MoMo &amp; Airtel Money — plus cards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stage by stage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7589520"/>
                <a:gridCol w="228600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Stage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Title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Status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Monorepo foundation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 schema (Prisma + PostGIS)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Auth module (JWT + RBAC)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Properties &amp; Listings (CRUD + search)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frontend MVP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Payments (Flutterwave + ledger)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Installment engine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Next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7+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Verification, chat, mobile app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Planned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18585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Layer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Choice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532D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Web frontend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React + TypeScript + Vite + Tailwind + TanStack Query + Zustand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NestJS (TypeScript) + Prisma — modular monolith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Database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PostgreSQL + PostGIS, Redis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Payments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Flutterwave (MTN MoMo, Airtel Money, cards)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Media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Cloudinary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Notifications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Firebase Cloud Messaging + Africa's Talking SMS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70432"/>
          </a:xfrm>
          <a:prstGeom prst="rect">
            <a:avLst/>
          </a:prstGeom>
          <a:solidFill>
            <a:srgbClr val="14532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170432"/>
            <a:ext cx="12191695" cy="64008"/>
          </a:xfrm>
          <a:prstGeom prst="rect">
            <a:avLst/>
          </a:prstGeom>
          <a:solidFill>
            <a:srgbClr val="E9A23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2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 STARTED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it locally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6400800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Genuine Homes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F293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stage is a git checkpoint. Spin up the infrastructure and the API: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468880"/>
            <a:ext cx="11094415" cy="3108960"/>
          </a:xfrm>
          <a:prstGeom prst="roundRect">
            <a:avLst>
              <a:gd name="adj" fmla="val 1176"/>
            </a:avLst>
          </a:prstGeom>
          <a:solidFill>
            <a:srgbClr val="0F172A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697480"/>
            <a:ext cx="10545775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install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db:up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db:migrate &amp;&amp; pnpm db:seed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pnpm dev:api    # http://localhost:3100/api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Genuine Homes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Genuine Homes</dc:creator>
  <cp:lastModifiedBy>Genuine Homes</cp:lastModifiedBy>
  <cp:revision>1</cp:revision>
  <dcterms:created xsi:type="dcterms:W3CDTF">2026-06-24T14:27:42Z</dcterms:created>
  <dcterms:modified xsi:type="dcterms:W3CDTF">2026-06-24T14:27:42Z</dcterms:modified>
</cp:coreProperties>
</file>