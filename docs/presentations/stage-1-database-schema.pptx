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6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E9C46A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domain modelled in Prisma — with PostGIS for map search.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E9C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typed, migrated data model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users, properties, listings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installment_plans, installment_payments, one unified payments ledger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property_images, rental_agreements, verifications, favorites, reviews, messages, notifications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refresh_tokens (added ahead of Stage 2)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Wiring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global PrismaModule + idempotent seed (admin, landlord, tenant, 2 properties, 2 listings)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RULES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baked into the schema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is Decimal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never float — floats lose cents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deletes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deleted_at on users/properties/listings — never lose financial history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PostGIS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geography(Point, 4326) on properties for "within N km" search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Conventions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snake_case columns, UUID keys, timestamptz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Indexes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(district,type), (listing_type,is_active,price), GIN on amenities, GiST on location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working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1D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applied to Dockerised Postgres + PostGIS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14 tables and the hand-written GiST index were present; the seed ran successfully.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1D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query returned correct distances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ST_Distance gave Nakawa house 4.04 km and Gayaza plot 10.65 km from Kampala centre. The API built cleanly.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RESUME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 the database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Postgres, generate the client, and seed demo data: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--filter @genuine-homes/api prisma:generate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--filter @genuine-homes/api prisma:seed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2026-06-24T14:27:42Z</dcterms:created>
  <dcterms:modified xsi:type="dcterms:W3CDTF">2026-06-24T14:27:42Z</dcterms:modified>
</cp:coreProperties>
</file>