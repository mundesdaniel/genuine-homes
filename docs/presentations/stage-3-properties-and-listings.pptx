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E9A23B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 &amp; Listings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catalogue: manage properties, offer them, and discover them with location-aware search.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 &amp; listings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4480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&amp;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/properties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a property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/properties/:id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Detail: gallery + listings + coordinates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/properties/mine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user's own properties (paginated)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/properties/:id/listings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a rent/sale/installment listing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/listings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— facets + "near me"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 / DELETE /listings/:id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Update or soft-delete a listing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TYPES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ways to offer a property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requires a period (monthly/yearly)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outright purchase, no rent terms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installment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deposit % + months within guardrails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Switching a listing type clears the now-irrelevant fields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rule validates the shape (listingShapeError)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554480"/>
            <a:ext cx="4419295" cy="4480560"/>
          </a:xfrm>
          <a:prstGeom prst="roundRect">
            <a:avLst>
              <a:gd name="adj" fmla="val 1241"/>
            </a:avLst>
          </a:prstGeom>
          <a:solidFill>
            <a:srgbClr val="F3F7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54480"/>
            <a:ext cx="109728" cy="44805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Owner-scoped by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084832"/>
            <a:ext cx="396209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sellers (landlord / agent / developer / admin) can own properties, and every mutation is ownership-checked. Admins bypass.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Faceted + "near me"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Facets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district, property type, listing type, price range, bedrooms, verified-only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 me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lat/lng + radius — PostGIS ST_DWithin, distance returned in metres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newest, price, or distance (geo defaults to nearest-first)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Listing-centric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one hit per listing with its property embedded — matches how people search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 choices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21945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Parameterised raw SQL for 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PostGIS location is an Unsupported Prisma type, so search builds safe Prisma.sql fragments (never string interpolation), runs the geo query, then hydrates rows via Prisma.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Soft-delete cascades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a property deactivates its listings, so both leave search while financial history is preserved.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live (Docker Postgres + PostGIS)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 search at Kampala centre / 8 km returned only the Nakawa house at 4035 m (Gayaza plot ~10.6 km correctly excluded)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property + rent listing surfaced in a 3 km search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create blocked (403); rent-without-period rejected (400)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Soft-delete returned 204, then detail 404s and the listing leaves search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unit tests green; nest build + type check pass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TRY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the catalogue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 the API with seeded data, then query listings: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 &amp;&amp; pnpm db:migrate &amp;&amp; pnpm db:seed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dev:api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'localhost:3100/api/listings?district=Kampala&amp;listingType=rent'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'localhost:3100/api/listings?lat=0.3476&amp;lng=32.5825&amp;radiusM=8000'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2026-06-24T14:27:42Z</dcterms:created>
  <dcterms:modified xsi:type="dcterms:W3CDTF">2026-06-24T14:27:42Z</dcterms:modified>
</cp:coreProperties>
</file>