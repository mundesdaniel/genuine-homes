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6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645920"/>
            <a:ext cx="5943600" cy="5943600"/>
          </a:xfrm>
          <a:prstGeom prst="ellipse">
            <a:avLst/>
          </a:prstGeom>
          <a:solidFill>
            <a:srgbClr val="FFFFF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0" y="4206240"/>
            <a:ext cx="3840480" cy="3840480"/>
          </a:xfrm>
          <a:prstGeom prst="ellipse">
            <a:avLst/>
          </a:prstGeom>
          <a:solidFill>
            <a:srgbClr val="E9A23B">
              <a:alpha val="14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74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3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107899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Properties &amp; Listings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48640" y="397764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E8EE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catalogue: manage properties, offer them, and discover them with location-aware search.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5989320"/>
            <a:ext cx="2926080" cy="0"/>
          </a:xfrm>
          <a:prstGeom prst="line">
            <a:avLst/>
          </a:prstGeom>
          <a:noFill/>
          <a:ln w="25400">
            <a:solidFill>
              <a:srgbClr val="E9A2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0807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3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 · East Africa real estate · rent · buy · installments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Properties &amp; listings API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2011680"/>
                <a:gridCol w="448056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Method &amp; path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Auth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Purpose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 /properties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seller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Create a property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 /properties/:id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Detail: gallery + listings + coordinates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 /properties/mine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bearer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The user's own properties (paginated)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 /properties/:id/listings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owner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Create a rent/sale/installment listing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 /listings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 — facets + "near me"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PATCH / DELETE /listings/:id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owner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Update or soft-delete a listing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LISTING TYPES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ways to offer a property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6400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rent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requires a period (monthly/yearly)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sale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outright purchase, no rent terms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installment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deposit % + months within guardrails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Switching a listing type clears the now-irrelevant fields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shared rule validates the shape (listingShapeError)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23760" y="1554480"/>
            <a:ext cx="4419295" cy="4480560"/>
          </a:xfrm>
          <a:prstGeom prst="roundRect">
            <a:avLst>
              <a:gd name="adj" fmla="val 1241"/>
            </a:avLst>
          </a:prstGeom>
          <a:solidFill>
            <a:srgbClr val="F3F7F4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23760" y="1554480"/>
            <a:ext cx="109728" cy="4480560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0" y="1691640"/>
            <a:ext cx="3962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Owner-scoped by design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498080" y="2084832"/>
            <a:ext cx="3962095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sellers (landlord / agent / developer / admin) can own properties, and every mutation is ownership-checked. Admins bypass.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Faceted + "near me"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Facets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district, property type, listing type, price range, bedrooms, verified-only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Near me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lat/lng + radius — PostGIS ST_DWithin, distance returned in metres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Sorting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newest, price, or distance (geo defaults to nearest-first)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Listing-centric</a:t>
            </a:r>
            <a:pPr indent="0" marL="0">
              <a:lnSpc>
                <a:spcPct val="12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 one hit per listing with its property embedded — matches how people search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DECISIONS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Notable choices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554480"/>
            <a:ext cx="11094415" cy="2194560"/>
          </a:xfrm>
          <a:prstGeom prst="roundRect">
            <a:avLst>
              <a:gd name="adj" fmla="val 2500"/>
            </a:avLst>
          </a:prstGeom>
          <a:solidFill>
            <a:srgbClr val="F3F7F4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554480"/>
            <a:ext cx="109728" cy="2194560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69164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Parameterised raw SQL for search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084832"/>
            <a:ext cx="106372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PostGIS location is an Unsupported Prisma type, so search builds safe Prisma.sql fragments (never string interpolation), runs the geo query, then hydrates rows via Prisma.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023360"/>
            <a:ext cx="11094415" cy="2194560"/>
          </a:xfrm>
          <a:prstGeom prst="roundRect">
            <a:avLst>
              <a:gd name="adj" fmla="val 2500"/>
            </a:avLst>
          </a:prstGeom>
          <a:solidFill>
            <a:srgbClr val="F3F7F4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023360"/>
            <a:ext cx="109728" cy="2194560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16052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Soft-delete cascades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4553712"/>
            <a:ext cx="10637215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Deleting a property deactivates its listings, so both leave search while financial history is preserved.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Confirmed live (Docker Postgres + PostGIS)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1185855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554480"/>
            <a:ext cx="1109441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Geo search at Kampala centre / 8 km returned only the Nakawa house at 4035 m (Gayaza plot ~10.6 km correctly excluded)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Created property + rent listing surfaced in a 3 km search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Tenant create blocked (403); rent-without-period rejected (400)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Soft-delete returned 204, then detail 404s and the listing leaves search</a:t>
            </a:r>
            <a:endParaRPr lang="en-US" sz="1600" dirty="0"/>
          </a:p>
          <a:p>
            <a:pPr marL="254000" indent="-254000">
              <a:lnSpc>
                <a:spcPct val="125000"/>
              </a:lnSpc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unit tests green; nest build + type check pass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170432"/>
            <a:ext cx="12191695" cy="64008"/>
          </a:xfrm>
          <a:prstGeom prst="rect">
            <a:avLst/>
          </a:prstGeom>
          <a:solidFill>
            <a:srgbClr val="E9A2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82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9A2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TRY 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 the catalogue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6400800"/>
            <a:ext cx="11094415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Genuine Homes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Boot the API with seeded data, then query listings: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4415" cy="3108960"/>
          </a:xfrm>
          <a:prstGeom prst="roundRect">
            <a:avLst>
              <a:gd name="adj" fmla="val 1176"/>
            </a:avLst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697480"/>
            <a:ext cx="10545775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db:up &amp;&amp; pnpm db:migrate &amp;&amp; pnpm db:seed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pnpm dev:api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'localhost:3100/api/listings?district=Kampala&amp;listingType=rent'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curl 'localhost:3100/api/listings?lat=0.3476&amp;lng=32.5825&amp;radiusM=8000'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Genuine Homes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Genuine Homes</dc:creator>
  <cp:lastModifiedBy>Genuine Homes</cp:lastModifiedBy>
  <cp:revision>1</cp:revision>
  <dcterms:created xsi:type="dcterms:W3CDTF">2026-06-24T13:03:03Z</dcterms:created>
  <dcterms:modified xsi:type="dcterms:W3CDTF">2026-06-24T13:03:03Z</dcterms:modified>
</cp:coreProperties>
</file>