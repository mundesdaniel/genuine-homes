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A3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59E0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Module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stage where money moves — gateway, unified ledger, idempotent webhooks.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/api/payments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3949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 &amp; path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3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3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341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/initiate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 pending payment + checkout URL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/mine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your payments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owner/admin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payment's status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/webhook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gateway signature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Settle a payment (idempotent)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interface, two gateways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Flutterwave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real hosted checkout when a secret key is set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fake checkout + simple webhook when unconfigured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Selection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factory picks the gateway at startup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MoMo, Airtel Money, card, bank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554480"/>
            <a:ext cx="4419295" cy="4480560"/>
          </a:xfrm>
          <a:prstGeom prst="roundRect">
            <a:avLst>
              <a:gd name="adj" fmla="val 1241"/>
            </a:avLst>
          </a:prstGeom>
          <a:solidFill>
            <a:srgbClr val="F3F7F4"/>
          </a:solidFill>
          <a:ln w="12700">
            <a:solidFill>
              <a:srgbClr val="9A34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554480"/>
            <a:ext cx="109728" cy="4480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691640"/>
            <a:ext cx="3962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Usable without keys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0" y="2084832"/>
            <a:ext cx="396209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mock gateway makes the whole flow work end-to-end in dev/CI. Dropping in Flutterwave sandbox keys flips it to the real gateway with no code change.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IDEMPOTENCY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you can trust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9A341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pending payments transition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webhook updates WHERE status = pending, so a duplicate or out-of-order callback is a no-op — proven live (a repeated "failed" webhook left a settled payment successful).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9A34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4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provider_ref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ledger's unique gateway-reference column (from Stage 1) is the second line of defence against recording the same transaction twice.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 unit tests green (initiate, gateway failure, bad signature, settle, duplicate no-op, ownership, Flutterwave signature/parse)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(mock gateway + Docker Postgres): initiate a 16M UGX deposit -&gt; pending + checkout URL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 settled it successful and recorded providerRef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 "failed" webhook ignored — status stayed successful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/:id without a token -&gt; 401; mine listed the payment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TRY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Pay, then settle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Initiate a payment, then simulate the gateway callback: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&amp;&amp; pnpm dev:api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-XPOST .../api/payments/initiate -d '{"purpose":"deposit","amount":16000000,"provider":"mtn_momo"}'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-XPOST .../api/payments/webhook -d '{"tx_ref":"&lt;id&gt;","status":"successful","id":"demo-1"}'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2026-06-24T14:27:42Z</dcterms:created>
  <dcterms:modified xsi:type="dcterms:W3CDTF">2026-06-24T14:27:42Z</dcterms:modified>
</cp:coreProperties>
</file>