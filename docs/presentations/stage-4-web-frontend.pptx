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F59E0B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Frontend MVP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React app on top of the auth and catalogue APIs — browse, search, sign in, sell.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React + Vite single-page app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React + TypeScript + Vite + Tailwind + TanStack Query + Zustand + React Router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consumes @genuine-homes/shared types AND Zod schemas for form validation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Leaflet result markers + search radius, driven by browser geolocation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 small Tailwind design system (brand greens + gold) matching these decks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64922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Route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Access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Search: facets, near-me, cards, map, pagination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/listings/:id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Detail: gallery, specs, amenities, map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/login · /register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 forms (shared Zod validation)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/dashboard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Seller: your properties + create forms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FLOW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that just work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6400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 persisted Zustand session survives reloads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axios attaches the access token to each request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Rotation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on 401, a single-flight refresh runs, then the request replays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Guarded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protected routes redirect to /login and back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23760" y="1554480"/>
            <a:ext cx="4419295" cy="4480560"/>
          </a:xfrm>
          <a:prstGeom prst="roundRect">
            <a:avLst>
              <a:gd name="adj" fmla="val 1241"/>
            </a:avLst>
          </a:prstGeom>
          <a:solidFill>
            <a:srgbClr val="F3F7F4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554480"/>
            <a:ext cx="109728" cy="4480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0" y="1691640"/>
            <a:ext cx="3962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source of truth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498080" y="2084832"/>
            <a:ext cx="396209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Zod schemas the API mirrors validate the web forms — change a rule once in @genuine-homes/shared and both sides follow.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Notable choices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09728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6916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proxy instead of CORS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08483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 proxies /api to the NestJS backend, so the SPA and API share an origin in development and the client uses a relative /api base URL.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023360"/>
            <a:ext cx="109728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605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Explicit re-exports in shared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55371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shared package is CommonJS (for the API + Jest); bundlers cannot see through export *, so the barrel uses explicit re-exports and Vite is told to transform the workspace package.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working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tsc type check + vite build succeed (production bundle emitted)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unaffected — 34 API unit tests still pass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Live: the Vite dev proxy reached the API — health, listing search (2 seeded), and landlord login all succeeded through :5173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 → proxy → API → Postgres path confirmed end-to-end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RUN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the full stack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up the database, the API, and the web app: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install &amp;&amp; pnpm build:shared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db:up &amp;&amp; pnpm db:migrate &amp;&amp; pnpm db:seed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dev:api    # http://localhost:3100/api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dev:web    # http://localhost:5173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2026-06-24T13:03:03Z</dcterms:created>
  <dcterms:modified xsi:type="dcterms:W3CDTF">2026-06-24T13:03:03Z</dcterms:modified>
</cp:coreProperties>
</file>