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8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F59E0B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Module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authentication and role-based access control for the whole platform.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/api/auth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20240"/>
                <a:gridCol w="58521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Method &amp; path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/register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an account and start a session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 in with email or phone + password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/refresh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Exchange a refresh token for a new pair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/logout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bearer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Revoke a refresh token (log out)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bearer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the current authenticated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protects accounts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argon2id hashing + a decoy verify so timing cannot enumerate users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short-lived access JWT + long-lived refresh JWT, each tagged by type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Rotation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refresh tokens stored as SHA-256 hashes; reuse of a rotated token revokes every session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RBAC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global JwtAuthGuard (secure by default, @Public opt-out) + @Roles guard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 limiting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100 req/min/IP, tightened to 5/min on login &amp; register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is built this way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guards on @nestjs/jwt, not Passport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 dependencies, full control over refresh-token rotation, and simpler to unit test.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605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guard, secure by default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endpoint requires auth unless marked @Public — the right posture for a financial platform.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working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nest build + TypeScript type check pass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unit tests: register, login, wrong-password &amp; unknown-user rejection, refresh rotation, reuse detection, logout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RolesGuard tests + an AppModule DI smoke test that boots the graph with Prisma stubbed (no DB)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TRY 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 and call a protected route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Seeded dev password is Password123!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-XPOST localhost:3100/api/auth/login -d '{"emailOrPhone":"+256700000003","password":"Password123!"}'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localhost:3100/api/auth/me -H "authorization: Bearer &lt;accessToken&gt;"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2026-06-24T13:03:03Z</dcterms:created>
  <dcterms:modified xsi:type="dcterms:W3CDTF">2026-06-24T13:03:03Z</dcterms:modified>
</cp:coreProperties>
</file>