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338C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3" name="Shape 1"/>
          <p:cNvSpPr/>
          <p:nvPr/>
        </p:nvSpPr>
        <p:spPr>
          <a:xfrm>
            <a:off x="8595360" y="-1645920"/>
            <a:ext cx="5943600" cy="5943600"/>
          </a:xfrm>
          <a:prstGeom prst="ellipse">
            <a:avLst/>
          </a:prstGeom>
          <a:solidFill>
            <a:srgbClr val="FFFFFF">
              <a:alpha val="12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0058400" y="4206240"/>
            <a:ext cx="3840480" cy="3840480"/>
          </a:xfrm>
          <a:prstGeom prst="ellipse">
            <a:avLst/>
          </a:prstGeom>
          <a:solidFill>
            <a:srgbClr val="F59E0B">
              <a:alpha val="14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87452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F59E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STAGE 2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48640" y="2331720"/>
            <a:ext cx="1078992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Auth Module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548640" y="3977640"/>
            <a:ext cx="10241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E8EEE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JWT authentication and role-based access control for the whole platform.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548640" y="5989320"/>
            <a:ext cx="2926080" cy="0"/>
          </a:xfrm>
          <a:prstGeom prst="line">
            <a:avLst/>
          </a:prstGeom>
          <a:noFill/>
          <a:ln w="25400">
            <a:solidFill>
              <a:srgbClr val="F59E0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6080760"/>
            <a:ext cx="10789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7D3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Genuine Homes · East Africa real estate · rent · buy · installments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170432"/>
            <a:ext cx="12191695" cy="64008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828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59E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ENDPOINTS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/api/auth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548640" y="6400800"/>
            <a:ext cx="11094415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Genuine Homes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1185855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1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4415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920240"/>
                <a:gridCol w="5852160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Method &amp; path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338C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Auth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338C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Purpose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338C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POST /register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public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Create an account and start a session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POST /login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public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Log in with email or phone + password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4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POST /refresh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public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Exchange a refresh token for a new pair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POST /logout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bearer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Revoke a refresh token (log out)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4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GET /me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bearer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Get the current authenticated user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170432"/>
            <a:ext cx="12191695" cy="64008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828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59E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SECURITY MODEL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 it protects accounts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548640" y="6400800"/>
            <a:ext cx="11094415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Genuine Homes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1185855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48640" y="1554480"/>
            <a:ext cx="11094415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54000" indent="-254000">
              <a:lnSpc>
                <a:spcPct val="1250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b="1" dirty="0">
                <a:solidFill>
                  <a:srgbClr val="4338C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Passwords</a:t>
            </a:r>
            <a:pPr indent="0" marL="0">
              <a:lnSpc>
                <a:spcPct val="125000"/>
              </a:lnSpc>
              <a:spcAft>
                <a:spcPts val="1000"/>
              </a:spcAft>
              <a:buNone/>
            </a:pPr>
            <a:r>
              <a:rPr lang="en-US" sz="160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—  argon2id hashing + a decoy verify so timing cannot enumerate users</a:t>
            </a:r>
            <a:endParaRPr lang="en-US" sz="1600" dirty="0"/>
          </a:p>
          <a:p>
            <a:pPr marL="254000" indent="-254000">
              <a:lnSpc>
                <a:spcPct val="1250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b="1" dirty="0">
                <a:solidFill>
                  <a:srgbClr val="4338C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Tokens</a:t>
            </a:r>
            <a:pPr indent="0" marL="0">
              <a:lnSpc>
                <a:spcPct val="125000"/>
              </a:lnSpc>
              <a:spcAft>
                <a:spcPts val="1000"/>
              </a:spcAft>
              <a:buNone/>
            </a:pPr>
            <a:r>
              <a:rPr lang="en-US" sz="160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—  short-lived access JWT + long-lived refresh JWT, each tagged by type</a:t>
            </a:r>
            <a:endParaRPr lang="en-US" sz="1600" dirty="0"/>
          </a:p>
          <a:p>
            <a:pPr marL="254000" indent="-254000">
              <a:lnSpc>
                <a:spcPct val="1250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b="1" dirty="0">
                <a:solidFill>
                  <a:srgbClr val="4338C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Rotation</a:t>
            </a:r>
            <a:pPr indent="0" marL="0">
              <a:lnSpc>
                <a:spcPct val="125000"/>
              </a:lnSpc>
              <a:spcAft>
                <a:spcPts val="1000"/>
              </a:spcAft>
              <a:buNone/>
            </a:pPr>
            <a:r>
              <a:rPr lang="en-US" sz="160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—  refresh tokens stored as SHA-256 hashes; reuse of a rotated token revokes every session</a:t>
            </a:r>
            <a:endParaRPr lang="en-US" sz="1600" dirty="0"/>
          </a:p>
          <a:p>
            <a:pPr marL="254000" indent="-254000">
              <a:lnSpc>
                <a:spcPct val="1250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b="1" dirty="0">
                <a:solidFill>
                  <a:srgbClr val="4338C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RBAC</a:t>
            </a:r>
            <a:pPr indent="0" marL="0">
              <a:lnSpc>
                <a:spcPct val="125000"/>
              </a:lnSpc>
              <a:spcAft>
                <a:spcPts val="1000"/>
              </a:spcAft>
              <a:buNone/>
            </a:pPr>
            <a:r>
              <a:rPr lang="en-US" sz="160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—  global JwtAuthGuard (secure by default, @Public opt-out) + @Roles guard</a:t>
            </a:r>
            <a:endParaRPr lang="en-US" sz="1600" dirty="0"/>
          </a:p>
          <a:p>
            <a:pPr marL="254000" indent="-254000">
              <a:lnSpc>
                <a:spcPct val="1250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b="1" dirty="0">
                <a:solidFill>
                  <a:srgbClr val="4338C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Rate limiting</a:t>
            </a:r>
            <a:pPr indent="0" marL="0">
              <a:lnSpc>
                <a:spcPct val="125000"/>
              </a:lnSpc>
              <a:spcAft>
                <a:spcPts val="1000"/>
              </a:spcAft>
              <a:buNone/>
            </a:pPr>
            <a:r>
              <a:rPr lang="en-US" sz="160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—  100 req/min/IP, tightened to 5/min on login &amp; register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170432"/>
            <a:ext cx="12191695" cy="64008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828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59E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KEY DECISIONS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Why it is built this way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548640" y="6400800"/>
            <a:ext cx="11094415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Genuine Homes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1185855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48640" y="1554480"/>
            <a:ext cx="11094415" cy="2194560"/>
          </a:xfrm>
          <a:prstGeom prst="roundRect">
            <a:avLst>
              <a:gd name="adj" fmla="val 2500"/>
            </a:avLst>
          </a:prstGeom>
          <a:solidFill>
            <a:srgbClr val="F3F7F4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1554480"/>
            <a:ext cx="109728" cy="219456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1691640"/>
            <a:ext cx="106372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338C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JWT guards on @nestjs/jwt, not Passport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22960" y="2084832"/>
            <a:ext cx="10637215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Fewer dependencies, full control over refresh-token rotation, and simpler to unit test.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48640" y="4023360"/>
            <a:ext cx="11094415" cy="2194560"/>
          </a:xfrm>
          <a:prstGeom prst="roundRect">
            <a:avLst>
              <a:gd name="adj" fmla="val 2500"/>
            </a:avLst>
          </a:prstGeom>
          <a:solidFill>
            <a:srgbClr val="F3F7F4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4023360"/>
            <a:ext cx="109728" cy="219456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5" name="Text 13"/>
          <p:cNvSpPr/>
          <p:nvPr/>
        </p:nvSpPr>
        <p:spPr>
          <a:xfrm>
            <a:off x="822960" y="4160520"/>
            <a:ext cx="106372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338C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Global guard, secure by default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22960" y="4553712"/>
            <a:ext cx="10637215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endpoint requires auth unless marked @Public — the right posture for a financial platform.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170432"/>
            <a:ext cx="12191695" cy="64008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828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59E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VERIFICATION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Confirmed working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548640" y="6400800"/>
            <a:ext cx="11094415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Genuine Homes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1185855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48640" y="1554480"/>
            <a:ext cx="11094415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54000" indent="-254000">
              <a:lnSpc>
                <a:spcPct val="1250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nest build + TypeScript type check pass</a:t>
            </a:r>
            <a:endParaRPr lang="en-US" sz="1600" dirty="0"/>
          </a:p>
          <a:p>
            <a:pPr marL="254000" indent="-254000">
              <a:lnSpc>
                <a:spcPct val="1250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 unit tests: register, login, wrong-password &amp; unknown-user rejection, refresh rotation, reuse detection, logout</a:t>
            </a:r>
            <a:endParaRPr lang="en-US" sz="1600" dirty="0"/>
          </a:p>
          <a:p>
            <a:pPr marL="254000" indent="-254000">
              <a:lnSpc>
                <a:spcPct val="1250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RolesGuard tests + an AppModule DI smoke test that boots the graph with Prisma stubbed (no DB)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170432"/>
            <a:ext cx="12191695" cy="64008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828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59E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 TO TRY IT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Log in and call a protected route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548640" y="6400800"/>
            <a:ext cx="11094415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Genuine Homes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48640" y="1554480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Seeded dev password is Password123!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2468880"/>
            <a:ext cx="11094415" cy="3108960"/>
          </a:xfrm>
          <a:prstGeom prst="roundRect">
            <a:avLst>
              <a:gd name="adj" fmla="val 1176"/>
            </a:avLst>
          </a:prstGeom>
          <a:solidFill>
            <a:srgbClr val="0F172A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2697480"/>
            <a:ext cx="10545775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A7F3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curl -XPOST localhost:3100/api/auth/login -d '{"emailOrPhone":"+256700000003","password":"Password123!"}'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A7F3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curl localhost:3100/api/auth/me -H "authorization: Bearer &lt;accessToken&gt;"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Genuine Homes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Genuine Homes</dc:creator>
  <cp:lastModifiedBy>Genuine Homes</cp:lastModifiedBy>
  <cp:revision>1</cp:revision>
  <dcterms:created xsi:type="dcterms:W3CDTF">2026-06-24T14:27:42Z</dcterms:created>
  <dcterms:modified xsi:type="dcterms:W3CDTF">2026-06-24T14:27:42Z</dcterms:modified>
</cp:coreProperties>
</file>