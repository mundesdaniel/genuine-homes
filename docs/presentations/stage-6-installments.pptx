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62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FACC15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Installment Engine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headline feature: deposit + monthly schedule, a plan state machine, and a livelier yellow web app with live charts.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FACC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/api/installment-plans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&amp; path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6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620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 a plan (deposit % + months)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/mine · GET /:id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Plans + schedule + progress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/:id/deposit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 the deposit payment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/:id/installments/:iid/pay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 a scheduled installment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/:id/cancel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Cancel a plan awaiting its deposit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→ schedule → ownership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math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Decimal deposit + schedule; last installment absorbs the remainder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machine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pending_deposit → active → completed (cancelled / defaulted)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settled payment emits payment.succeeded; the engine reacts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coupling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payments never imports installments — events decouple them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554480"/>
            <a:ext cx="4419295" cy="4480560"/>
          </a:xfrm>
          <a:prstGeom prst="roundRect">
            <a:avLst>
              <a:gd name="adj" fmla="val 1241"/>
            </a:avLst>
          </a:prstGeom>
          <a:solidFill>
            <a:srgbClr val="F3F7F4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54480"/>
            <a:ext cx="109728" cy="448056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 activates, last installment completes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2084832"/>
            <a:ext cx="396209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Paying the deposit flips the plan to active; paying the final installment marks it paid and completes the plan — all triggered by the payment webhook.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Lively, yellow, charted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recoloured to a golden-yellow brand with a bright accent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toasts, entrance animations, hover-lift cards, skeletons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charts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payments-over-time, properties-by-status, plan progress donut (polled)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Journey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buy-on-installment panel → plan page → mock checkout settles it in-browser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demo accounts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daniel@gmail.com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property developer (can list)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A162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roro@gmail.com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buyer with a live 24-month plan (4 months paid)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ledger rows give the charts real data on first run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password for all seeded users: Password123!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working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 build + tsc + vite build pass; 59 backend unit tests green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created a 30% / 12-month plan -&gt; paid deposit -&gt; plan auto-activated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installment #1 -&gt; 1/12 paid (driven by the payment event)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proxy served plans + 7 payments feeding the dashboard charts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in the browser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Seed, run both apps, and log in as Roro: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db:up &amp;&amp; pnpm db:migrate &amp;&amp; pnpm db:seed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dev:api &amp;&amp; pnpm dev:web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# log in: roro@gmail.com / Password123! -&gt; Dashboard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# or open an installment listing -&gt; "Buy on installment"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2026-06-24T16:31:19Z</dcterms:created>
  <dcterms:modified xsi:type="dcterms:W3CDTF">2026-06-24T16:31:19Z</dcterms:modified>
</cp:coreProperties>
</file>