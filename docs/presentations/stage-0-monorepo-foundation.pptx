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34E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0A202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645920"/>
            <a:ext cx="5943600" cy="5943600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0" y="4206240"/>
            <a:ext cx="3840480" cy="3840480"/>
          </a:xfrm>
          <a:prstGeom prst="ellipse">
            <a:avLst/>
          </a:prstGeom>
          <a:solidFill>
            <a:srgbClr val="F0A202">
              <a:alpha val="14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74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0A20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0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10789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Monorepo Foundation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48640" y="397764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E8EE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project skeleton: backend, web app, shared code, and local infrastructure.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5989320"/>
            <a:ext cx="2926080" cy="0"/>
          </a:xfrm>
          <a:prstGeom prst="line">
            <a:avLst/>
          </a:prstGeom>
          <a:noFill/>
          <a:ln w="25400">
            <a:solidFill>
              <a:srgbClr val="F0A20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0807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3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 · East Africa real estate · rent · buy · installments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334E6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0A202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A20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this stage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1109441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 up one repository for the whole product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domain types between backend and frontend from day one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Provide a real database to develop against locally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334E6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0A202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A20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WAS BUILT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pnpm workspace + local infra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1109441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334E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apps/api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the NestJS backend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334E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apps/web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the React web app (scaffolded in Stage 4)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334E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packages/shared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TypeScript types + Zod schemas shared by both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334E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docker-compose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PostgreSQL 16 + PostGIS 3.4 and Redis 7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334E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Root scripts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db:up, db:migrate, db:seed, dev:api, dev:web, build, lint, test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334E6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0A202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A20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DECISION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Monorepo from day one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554480"/>
            <a:ext cx="11094415" cy="4663440"/>
          </a:xfrm>
          <a:prstGeom prst="roundRect">
            <a:avLst>
              <a:gd name="adj" fmla="val 1176"/>
            </a:avLst>
          </a:prstGeom>
          <a:solidFill>
            <a:srgbClr val="F3F7F4"/>
          </a:solidFill>
          <a:ln w="12700">
            <a:solidFill>
              <a:srgbClr val="334E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554480"/>
            <a:ext cx="109728" cy="4663440"/>
          </a:xfrm>
          <a:prstGeom prst="rect">
            <a:avLst/>
          </a:prstGeom>
          <a:solidFill>
            <a:srgbClr val="F0A202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69164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E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Adopt a pnpm monorepo immediately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2084832"/>
            <a:ext cx="10637215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spec repeatedly requires sharing Zod schemas and DTO types between the API and the web app. A shared package keeps a single source of truth for domain types from the very first commit — rather than retrofitting a monorepo later.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334E6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0A202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A20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RUN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Bootstrap the workspace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 dependencies and start the local database + cache: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94415" cy="3108960"/>
          </a:xfrm>
          <a:prstGeom prst="roundRect">
            <a:avLst>
              <a:gd name="adj" fmla="val 1176"/>
            </a:avLst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697480"/>
            <a:ext cx="10545775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install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db:up    # Docker Desktop must be running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Genuine Homes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Genuine Homes</dc:creator>
  <cp:lastModifiedBy>Genuine Homes</cp:lastModifiedBy>
  <cp:revision>1</cp:revision>
  <dcterms:created xsi:type="dcterms:W3CDTF">2026-06-24T16:31:19Z</dcterms:created>
  <dcterms:modified xsi:type="dcterms:W3CDTF">2026-06-24T16:31:19Z</dcterms:modified>
</cp:coreProperties>
</file>