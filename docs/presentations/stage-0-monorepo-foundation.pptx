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4E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0A202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 Foundation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 skeleton: backend, web app, shared code, and local infrastructure.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0A20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stage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up one repository for the whole product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domain types between backend and frontend from day one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a real database to develop against locally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pnpm workspace + local infra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apps/api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the NestJS backend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apps/web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the React web app (scaffolded in Stage 4)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packages/shared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TypeScript types + Zod schemas shared by both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docker-compose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PostgreSQL 16 + PostGIS 3.4 and Redis 7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scripts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db:up, db:migrate, db:seed, dev:api, dev:web, build, lint, test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Monorepo from day one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4663440"/>
          </a:xfrm>
          <a:prstGeom prst="roundRect">
            <a:avLst>
              <a:gd name="adj" fmla="val 1176"/>
            </a:avLst>
          </a:prstGeom>
          <a:solidFill>
            <a:srgbClr val="F3F7F4"/>
          </a:solidFill>
          <a:ln w="12700">
            <a:solidFill>
              <a:srgbClr val="334E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4663440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E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 a pnpm monorepo immediately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spec repeatedly requires sharing Zod schemas and DTO types between the API and the web app. A shared package keeps a single source of truth for domain types from the very first commit — rather than retrofitting a monorepo later.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334E6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20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RUN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Bootstrap the workspace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dependencies and start the local database + cache: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   # Docker Desktop must be running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2026-06-24T14:27:42Z</dcterms:created>
  <dcterms:modified xsi:type="dcterms:W3CDTF">2026-06-24T14:27:42Z</dcterms:modified>
</cp:coreProperties>
</file>